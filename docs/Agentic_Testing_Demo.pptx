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320040" cy="49240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E2E Testing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Quality Automation with Claude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5029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QA Engineer  ·  Autonomize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2809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E2E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approach breaks under pressure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break when a developer renames a CSS class or changes placeholder text — test suite goes 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042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requires deep DOM knowledge — only senior engineers can contribute meaningfully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27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108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regressions (wrong layout, empty states, error banners) need separate, expensive tooling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950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 — QA spends more time fixing broken selectors than writing new tests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Testing?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AI brain to your existing automation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testing adds an AI layer (Claude) that can: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like a human (via screenshots)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visually, not just by CSS selectors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browser action to take from a plain-English instruction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selectors break by finding new ones automatically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yes/no questions from screenshots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finds working selectors from the live DOM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executes plain-English test steps on its own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Visual Assertions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looks at screenshots and answers yes/no questions — no selectors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page.locator(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"table tbody tr"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).count() &gt;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3657600" cy="0"/>
          </a:xfrm>
          <a:prstGeom prst="line">
            <a:avLst/>
          </a:prstGeom>
          <a:noFill/>
          <a:ln w="1016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class names change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Placeholder text updated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 structure refactored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ASSERTION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ai_verify(page,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 the letter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table visible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rows?")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3657600" cy="0"/>
          </a:xfrm>
          <a:prstGeom prst="line">
            <a:avLst/>
          </a:prstGeom>
          <a:noFill/>
          <a:ln w="1016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260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sees the page visually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Understands intent, not markup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Survives any DOM change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Self-Healing Selectors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selector breaks, Claude finds a working one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renames a CSS class or changes placeholder text in the app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428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Breaks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7860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selector no longer matches — traditional test FAILS immediately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5312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325880"/>
            <a:ext cx="1965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Inspects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2744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ai_find_selector() sends the live DOM + screenshot to Claude for analysis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0196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6656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325880"/>
            <a:ext cx="196596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7628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returns the correct selector — test continues with zero downtime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422452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Selector maintenance is the #1 cost of E2E test suites — self-healing eliminates it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Autonomous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steps → Claude drives the browser — no selectors written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QA ENGINEER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Verify the dashboard has loaded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Click Letter Configuration in sidebar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Click on Letter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Verify table is visible with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Confirm no error banner is shown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Plain English. Zero selectors.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70832" y="34015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Claude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384048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18105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1 — verify:  YES (2.1s)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3591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2 — click:   button.expand-btn (1.4s)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3 — click:   a[href*=letter-type] (0.9s)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456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4 — verify:  YES (1.8s)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0050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5 — verify:  NO error (1.2s)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PASSED 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 — Agent-Ready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sits on top — nothing replaced, only enhanced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 (unchanged)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+ 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971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 AI Layer added on top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(new)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ai_find_selector()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0156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3620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Steps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"Nothing was replaced. The AI layer sits ON TOP of our existing suite — existing tests keep running normally."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Ready to Run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agentic_autonomize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447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utils/ai_agent.py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helpers — ai_verify, ai_find_selector, AIAgent class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73568" y="1444752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73568" y="1490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lines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2494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tests/test_agentic.py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26771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agentic test cases across all 3 levels, tagged @pytest.mark.agentic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2249424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73568" y="22951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540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demo_agentic.py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307238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live demo script with colour-coded terminal output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3568" y="3054096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73568" y="30998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58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docs/AGENTIC_TESTING.md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87705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 with usage guide and architecture diagram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73568" y="3858768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73568" y="3904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agentic -v -s</a:t>
            </a:r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demo_agentic.py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team and the product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4114800" cy="1097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 cases written in plain English in minutes, not hours. No selector research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53312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RESILIENT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 reduce test maintenance cost. UI changes no longer break the suite.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41148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ACCESSIBLE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and PMs can write test cases without coding or DOM knowledge.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82112"/>
            <a:ext cx="4114800" cy="109728"/>
          </a:xfrm>
          <a:prstGeom prst="rect">
            <a:avLst/>
          </a:prstGeom>
          <a:solidFill>
            <a:srgbClr val="B0C4D4"/>
          </a:solidFill>
          <a:ln w="12700">
            <a:solidFill>
              <a:srgbClr val="B0C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CONFIDENT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assertions catch UI regressions that selector-based tests miss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914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607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layer in CI/CD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5179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ANTHROPIC_API_KEY to the pipeline environment. The framework is already integrated.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21992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951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3317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flaky selectors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75234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top 10 most-brittle selectors with ai_find_selector() as an automatic fallback.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56432"/>
            <a:ext cx="91440" cy="10972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95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sprint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5661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plain-English tests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98678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next sprint's new test cases using AIAgent.run_steps() — measure time saved vs traditional.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is ready.  We just need to turn it 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E2E Testing with Claude AI</dc:title>
  <dc:subject>PptxGenJS Presentation</dc:subject>
  <dc:creator>Lead QA Engineer — Autonomize</dc:creator>
  <cp:lastModifiedBy>Lead QA Engineer — Autonomize</cp:lastModifiedBy>
  <cp:revision>1</cp:revision>
  <dcterms:created xsi:type="dcterms:W3CDTF">2026-05-06T17:31:25Z</dcterms:created>
  <dcterms:modified xsi:type="dcterms:W3CDTF">2026-05-06T17:31:25Z</dcterms:modified>
</cp:coreProperties>
</file>