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320040" cy="49240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E2E Testing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Quality Automation with Gemini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999232"/>
            <a:ext cx="5029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QA Engineer  ·  EX Squared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91440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28090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0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Traditional E2E Tests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today's approach breaks under pressure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81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break when a developer renames a CSS class or changes placeholder text — test suite goes 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042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2286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tests requires deep DOM knowledge — only senior engineers can contribute meaningfully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1272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1089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regressions (wrong layout, empty states, error banners) need separate, expensive tooling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9502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maintenance cost — QA spends more time fixing broken selectors than writing new tests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Testing?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 AI brain to your existing automation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8229600" cy="1234440"/>
          </a:xfrm>
          <a:prstGeom prst="rect">
            <a:avLst/>
          </a:prstGeom>
          <a:solidFill>
            <a:srgbClr val="0A1F3D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testing adds an AI layer (Google Gemini — free tier) that can: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like a human (via screenshots)     </a:t>
            </a:r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visually, not just by CSS selectors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browser action to take from a plain-English instruction     </a:t>
            </a:r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selectors break by finding new ones automatically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651760" cy="210312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74320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Assertions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answers yes/no questions from screenshots — no selectors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743200"/>
            <a:ext cx="2651760" cy="210312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74320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finds working selectors from the live DOM automatically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743200"/>
            <a:ext cx="2651760" cy="210312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74320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executes plain-English test steps in the browser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Visual Assertions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looks at screenshots and answers yes/no questions — no selectors needed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3931920" cy="3474720"/>
          </a:xfrm>
          <a:prstGeom prst="rect">
            <a:avLst/>
          </a:prstGeom>
          <a:solidFill>
            <a:srgbClr val="0A1F3D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44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page.locator(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"table tbody tr"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).count() &gt;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3657600" cy="0"/>
          </a:xfrm>
          <a:prstGeom prst="line">
            <a:avLst/>
          </a:prstGeom>
          <a:noFill/>
          <a:ln w="10160">
            <a:solidFill>
              <a:srgbClr val="E0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260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when: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 class names change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Placeholder text updated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 structure refactored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3931920" cy="347472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25880"/>
            <a:ext cx="393192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44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ASSERTION (Gemini)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ai_verify(page,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 the letter type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table visible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rows?")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834640"/>
            <a:ext cx="3657600" cy="0"/>
          </a:xfrm>
          <a:prstGeom prst="line">
            <a:avLst/>
          </a:prstGeom>
          <a:noFill/>
          <a:ln w="1016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9260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because: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sees the page visually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Understands intent, not markup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Survives any DOM change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Self-Healing Selectors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selector breaks, Gemini finds a working one automatically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1965960" cy="38404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Changes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976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renames a CSS class or changes placeholder text in the app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4288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4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6888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325880"/>
            <a:ext cx="1965960" cy="38404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2608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Breaks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7860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selector no longer matches — traditional test FAILS immediately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53128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4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325880"/>
            <a:ext cx="19659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7492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Inspects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2744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ai_find_selector() sends the live DOM + screenshot to Gemini for analysis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01968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4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6656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1325880"/>
            <a:ext cx="196596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2376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7628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returns the correct selector — test continues with zero downtime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0A1F3D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422452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Selector maintenance is the #1 cost of E2E test suites — self-healing eliminates it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Autonomous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steps → Gemini drives the browser — no selectors written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114800" cy="3474720"/>
          </a:xfrm>
          <a:prstGeom prst="rect">
            <a:avLst/>
          </a:prstGeom>
          <a:solidFill>
            <a:srgbClr val="0A1F3D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QA ENGINEER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Verify the dashboard has loaded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Click Letter Configuration in sidebar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Click on Letter 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564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Verify table is visible with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050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Confirm no error banner is shown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553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Plain English. Zero selectors.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315968" y="340156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Gemini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1325880"/>
            <a:ext cx="3840480" cy="3474720"/>
          </a:xfrm>
          <a:prstGeom prst="rect">
            <a:avLst/>
          </a:prstGeom>
          <a:solidFill>
            <a:srgbClr val="0A1F3D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EXECUTION LOG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181051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1 — verify:  YES (2.1s)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35915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2 — click:   button.expand-btn (1.4s)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9077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3 — click:   a[href*=letter-type] (0.9s)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34564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4 — verify:  YES (1.8s)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40050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5 — verify:  NO error (1.2s)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PASSED ✔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in Your Existing Tests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any assertion with smart_assert() — it heals itself when selectors break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4023360" cy="1920240"/>
          </a:xfrm>
          <a:prstGeom prst="rect">
            <a:avLst/>
          </a:prstGeom>
          <a:solidFill>
            <a:srgbClr val="0A1F3D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4023360" cy="31089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Fragile (breaks when selector changes)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627632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test_sanity.py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letter_type_page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.is_loaded()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BREAKS if search box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CSS class is renamed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70832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⟹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97680" y="2487168"/>
            <a:ext cx="694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smart_assert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46320" y="1261872"/>
            <a:ext cx="3931920" cy="192024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261872"/>
            <a:ext cx="3931920" cy="3108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Self-Healing ✔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6048" y="1627632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smart_assert(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lambda: letter_type_page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.is_loaded(),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 the Letter Type page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loaded with search box?"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10128"/>
            <a:ext cx="8412480" cy="150876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364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AT RUNTIME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1920240" cy="1005840"/>
          </a:xfrm>
          <a:prstGeom prst="rect">
            <a:avLst/>
          </a:prstGeom>
          <a:solidFill>
            <a:srgbClr val="0A1F3D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" y="3675888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check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(free, instant)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95728" y="400507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C4D4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606040" y="3639312"/>
            <a:ext cx="1920240" cy="1005840"/>
          </a:xfrm>
          <a:prstGeom prst="rect">
            <a:avLst/>
          </a:prstGeom>
          <a:solidFill>
            <a:srgbClr val="0A1F3D"/>
          </a:solidFill>
          <a:ln w="1524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79192" y="3675888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done 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API calls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44568" y="400507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C4D4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3639312"/>
            <a:ext cx="1920240" cy="1005840"/>
          </a:xfrm>
          <a:prstGeom prst="rect">
            <a:avLst/>
          </a:prstGeom>
          <a:solidFill>
            <a:srgbClr val="0A1F3D"/>
          </a:solidFill>
          <a:ln w="1524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28032" y="3675888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looks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screenshot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93408" y="400507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C4D4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03720" y="3639312"/>
            <a:ext cx="1920240" cy="1005840"/>
          </a:xfrm>
          <a:prstGeom prst="rect">
            <a:avLst/>
          </a:prstGeom>
          <a:solidFill>
            <a:srgbClr val="0A1F3D"/>
          </a:solidFill>
          <a:ln w="1524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76872" y="3675888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= test healed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= real bug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✔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Framework — Agent-Ready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 sits on top — nothing replaced, only enhanced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FRAMEWORK  (unchanged)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 +  Python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3347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3659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3971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359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 Google Gemini AI Layer added on top  (free tier — 1,500 req/day)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 (new)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651760" cy="9144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" y="2999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ai_verify()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Assertions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51760" cy="9144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01568" y="2999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ai_find_selector()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01568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651760" cy="9144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36208" y="2999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AIAgent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36208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Steps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041648"/>
            <a:ext cx="8229600" cy="749808"/>
          </a:xfrm>
          <a:prstGeom prst="rect">
            <a:avLst/>
          </a:prstGeom>
          <a:solidFill>
            <a:srgbClr val="0A1F3D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11480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"Nothing was replaced. The AI layer sits ON TOP of our existing suite — existing tests keep running normally."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 — The 4 AI Functions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 from utils/ai_agent.py — powered by Google Gemini (free tier)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4023360" cy="18288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4023360" cy="3108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ai_verify()  — Visual Assertion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627632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Ask Gemini: is the table visible?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ai_verify(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 the letter type table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visible with data rows?"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result   # True = YES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4023360" cy="18288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61872"/>
            <a:ext cx="402336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smart_assert()  — Cost-Efficient Check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1627632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Playwright first (free). AI only on fail.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smart_assert(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lambda: page.locator(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"table tbody tr"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).first.is_visible(),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 the table visible?"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023360" cy="1828800"/>
          </a:xfrm>
          <a:prstGeom prst="rect">
            <a:avLst/>
          </a:prstGeom>
          <a:solidFill>
            <a:srgbClr val="0A1F3D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00400"/>
            <a:ext cx="4023360" cy="31089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18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ai_find_selector()  — Self-Healing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356616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Broken selector? Gemini fixes it.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 = ai_find_selector(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"search box for letter types"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sel: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page.locator(sel).fill("EOB")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200400"/>
            <a:ext cx="4023360" cy="1828800"/>
          </a:xfrm>
          <a:prstGeom prst="rect">
            <a:avLst/>
          </a:prstGeom>
          <a:solidFill>
            <a:srgbClr val="0A1F3D"/>
          </a:solidFill>
          <a:ln w="1905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200400"/>
            <a:ext cx="4023360" cy="310896"/>
          </a:xfrm>
          <a:prstGeom prst="rect">
            <a:avLst/>
          </a:prstGeom>
          <a:solidFill>
            <a:srgbClr val="B0C4D4"/>
          </a:solidFill>
          <a:ln w="12700">
            <a:solidFill>
              <a:srgbClr val="B0C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218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AIAgent.run_steps()  — Autonomous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356616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AIAgent(page)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agent.run_steps([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"Click Letter Config in sidebar",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"Click on Letter Type",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"Verify the table is visible",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Gemini decides every click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Ready to Run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agentic_autonomize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53312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447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utils/ai_agent.py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helpers — ai_verify, smart_assert, ai_find_selector, AIAgent class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73568" y="1444752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73568" y="149047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lines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57984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2494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tests/test_agentic.py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226771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agentic test cases across all 3 levels, tagged @pytest.mark.agentic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3568" y="2249424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73568" y="22951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0540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demo_agentic.py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307238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live demo script with colour-coded terminal output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73568" y="3054096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73568" y="309981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376 lines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767328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8587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docs/AGENTIC_TESTING.md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49040" y="387705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documentation with usage guide and architecture diagram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73568" y="3858768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73568" y="390448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-m agentic -v -s</a:t>
            </a:r>
            <a:pPr indent="0" marL="0">
              <a:buNone/>
            </a:pPr>
            <a:r>
              <a:rPr lang="en-US" sz="1300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   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demo_agentic.py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the Demo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these commands before the meeting — takes 5 minutes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(run once)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4023360" cy="1005840"/>
          </a:xfrm>
          <a:prstGeom prst="rect">
            <a:avLst/>
          </a:prstGeom>
          <a:solidFill>
            <a:srgbClr val="0A1F3D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276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agentic_autonomize
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926080"/>
            <a:ext cx="4023360" cy="594360"/>
          </a:xfrm>
          <a:prstGeom prst="rect">
            <a:avLst/>
          </a:prstGeom>
          <a:solidFill>
            <a:srgbClr val="112255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626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live demo (recommended)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182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demo_agentic.py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584448"/>
            <a:ext cx="4023360" cy="59436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6210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agentic 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-m agentic -v -s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242816"/>
            <a:ext cx="4023360" cy="594360"/>
          </a:xfrm>
          <a:prstGeom prst="rect">
            <a:avLst/>
          </a:prstGeom>
          <a:solidFill>
            <a:srgbClr val="112255"/>
          </a:solidFill>
          <a:ln w="1270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2793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at a 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498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tests/test_agentic.py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::TestAIVisualAssertions -v -s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12984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SAY  (talking points per log line)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554480"/>
            <a:ext cx="4206240" cy="77724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600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1773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via normal check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2029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"Normal check passed — zero API cost, instant"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404872"/>
            <a:ext cx="4206240" cy="77724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2450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26243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check FAILED — escalating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2880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"Selector broke, Gemini is now looking at the screenshot"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255264"/>
            <a:ext cx="4206240" cy="77724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33009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34747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ai_verify → 'YES'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3730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"Gemini confirmed the element is there — test self-healed"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4105656"/>
            <a:ext cx="4206240" cy="77724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41513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43251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step logs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45811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"I wrote plain English — Gemini decides what to click"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4636008"/>
            <a:ext cx="8412480" cy="384048"/>
          </a:xfrm>
          <a:prstGeom prst="rect">
            <a:avLst/>
          </a:prstGeom>
          <a:solidFill>
            <a:srgbClr val="0A1F3D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Tip: demo_agentic.py pauses at each level — press ENTER when ready so you can explain before it runs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the team and the product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533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53312"/>
            <a:ext cx="4114800" cy="10972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36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test cases written in plain English in minutes, not hours. No selector research needed.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3533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53312"/>
            <a:ext cx="41148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36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RESILIENT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9751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selectors reduce test maintenance cost. UI changes no longer break the suite.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82112"/>
            <a:ext cx="41148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64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ACCESSIBLE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38039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 and PMs can write test cases without coding or DOM knowledge.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1821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182112"/>
            <a:ext cx="4114800" cy="109728"/>
          </a:xfrm>
          <a:prstGeom prst="rect">
            <a:avLst/>
          </a:prstGeom>
          <a:solidFill>
            <a:srgbClr val="B0C4D4"/>
          </a:solidFill>
          <a:ln w="12700">
            <a:solidFill>
              <a:srgbClr val="B0C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364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CONFIDENT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83480" y="38039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AI assertions catch UI regressions that selector-based tests miss entirely.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8229600" cy="1097280"/>
          </a:xfrm>
          <a:prstGeom prst="rect">
            <a:avLst/>
          </a:prstGeom>
          <a:solidFill>
            <a:srgbClr val="11225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87552"/>
            <a:ext cx="914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6070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581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10972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AI layer in CI/CD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15179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GEMINI_API_KEY to the pipeline environment (free key from aistudio.google.com). Framework is already integrated.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8229600" cy="1097280"/>
          </a:xfrm>
          <a:prstGeom prst="rect">
            <a:avLst/>
          </a:prstGeom>
          <a:solidFill>
            <a:srgbClr val="112255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21992"/>
            <a:ext cx="9144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951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94360" y="28163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23317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flaky selectors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275234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top 10 most-brittle selectors with ai_find_selector() as an automatic fallback.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56432"/>
            <a:ext cx="8229600" cy="1097280"/>
          </a:xfrm>
          <a:prstGeom prst="rect">
            <a:avLst/>
          </a:prstGeom>
          <a:solidFill>
            <a:srgbClr val="112255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456432"/>
            <a:ext cx="91440" cy="10972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2958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94360" y="4050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sprint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35661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plain-English tests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398678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next sprint's new test cases using AIAgent.run_steps() — measure time saved vs traditional.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is ready.  We just need to turn it 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E2E Testing with Gemini AI</dc:title>
  <dc:subject>PptxGenJS Presentation</dc:subject>
  <dc:creator>Lead QA Engineer — EX Squared</dc:creator>
  <cp:lastModifiedBy>Lead QA Engineer — EX Squared</cp:lastModifiedBy>
  <cp:revision>1</cp:revision>
  <dcterms:created xsi:type="dcterms:W3CDTF">2026-05-07T14:47:10Z</dcterms:created>
  <dcterms:modified xsi:type="dcterms:W3CDTF">2026-05-07T14:47:10Z</dcterms:modified>
</cp:coreProperties>
</file>