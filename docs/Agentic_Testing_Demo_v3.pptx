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320040" cy="49240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E2E Testing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Quality Automation with Gemini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5029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QA Engineer  ·  EX Squared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91440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28090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E2E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approach breaks under pressure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break when a developer renames a CSS class or changes placeholder text — test suite goes 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042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286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tests requires deep DOM knowledge — only senior engineers can contribute meaningfully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272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108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regressions (wrong layout, empty states, error banners) need separate, expensive tooling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9502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maintenance cost — QA spends more time fixing broken selectors than writing new tests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Testing?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AI brain to your existing automation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1234440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testing adds an AI layer (Google Gemini — free tier) that can: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like a human (via screenshots)     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visually, not just by CSS selectors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browser action to take from a plain-English instruction     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selectors break by finding new ones automatically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Assertions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answers yes/no questions from screenshots — no selectors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finds working selectors from the live DOM automatically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executes plain-English test steps in the browser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Visual Assertions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looks at screenshots and answers yes/no questions — no selectors needed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3474720"/>
          </a:xfrm>
          <a:prstGeom prst="rect">
            <a:avLst/>
          </a:prstGeom>
          <a:solidFill>
            <a:srgbClr val="0A1F3D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page.locator(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"table tbody tr"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).count() &gt;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3657600" cy="0"/>
          </a:xfrm>
          <a:prstGeom prst="line">
            <a:avLst/>
          </a:prstGeom>
          <a:noFill/>
          <a:ln w="10160">
            <a:solidFill>
              <a:srgbClr val="E0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when: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class names change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Placeholder text updated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 structure refactored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3931920" cy="347472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25880"/>
            <a:ext cx="39319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44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ASSERTION (Gemini)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ai_verify(page,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 the letter 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table visible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rows?")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3657600" cy="0"/>
          </a:xfrm>
          <a:prstGeom prst="line">
            <a:avLst/>
          </a:prstGeom>
          <a:noFill/>
          <a:ln w="1016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260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because: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sees the page visually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Understands intent, not markup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Survives any DOM change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Self-Healing Selectors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selector breaks, Gemini finds a working one automatically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1965960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976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renames a CSS class or changes placeholder text in the app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428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325880"/>
            <a:ext cx="1965960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2608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Breaks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7860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selector no longer matches — traditional test FAILS immediately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5312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325880"/>
            <a:ext cx="19659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Inspects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2744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ai_find_selector() sends the live DOM + screenshot to Gemini for analysis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0196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6656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325880"/>
            <a:ext cx="196596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7628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 the correct selector — test continues with zero downtime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0A1F3D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422452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Selector maintenance is the #1 cost of E2E test suites — self-healing eliminates it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Autonomous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steps → Gemini drives the browser — no selectors written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14800" cy="3474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QA ENGINEER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Verify the dashboard has loaded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Click Letter Configuration in sidebar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Click on Letter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Verify table is visible with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Confirm no error banner is shown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53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Plain English. Zero selectors.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15968" y="340156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Gemini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1325880"/>
            <a:ext cx="3840480" cy="3474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 LOG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181051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1 — verify:  YES (2.1s)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3591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2 — click:   button.expand-btn (1.4s)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9077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3 — click:   a[href*=letter-type] (0.9s)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4564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4 — verify:  YES (1.8s)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40050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5 — verify:  NO error (1.2s)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PASSED 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Framework — Agent-Ready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sits on top — nothing replaced, only enhanced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FRAMEWORK  (unchanged)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+  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659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3971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59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 Google Gemini AI Layer added on top  (free tier — 1,500 req/day)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(new)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Assertions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0156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ai_find_selector()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0156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3620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3620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Steps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11480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"Nothing was replaced. The AI layer sits ON TOP of our existing suite — existing tests keep running normally."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 — The 4 AI Functions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 from utils/ai_agent.py — powered by Google Gemini (free tier)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4023360" cy="18288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4023360" cy="3108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ai_verify()  — Visual Assertion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627632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Ask Gemini: is the table visible?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ai_verify(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 the letter type table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visible with data rows?"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result   # True = YES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023360" cy="18288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61872"/>
            <a:ext cx="402336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smart_assert()  — Cost-Efficient Check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627632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Playwright first (free). AI only on fail.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smart_assert(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lambda: page.locator(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"table tbody tr"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).first.is_visible(),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 the table visible?"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023360" cy="1828800"/>
          </a:xfrm>
          <a:prstGeom prst="rect">
            <a:avLst/>
          </a:prstGeom>
          <a:solidFill>
            <a:srgbClr val="0A1F3D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00400"/>
            <a:ext cx="4023360" cy="31089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ai_find_selector()  — Self-Healing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56616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Broken selector? Gemini fixes it.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 = ai_find_selector(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"search box for letter types"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sel: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page.locator(sel).fill("EOB")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023360" cy="1828800"/>
          </a:xfrm>
          <a:prstGeom prst="rect">
            <a:avLst/>
          </a:prstGeom>
          <a:solidFill>
            <a:srgbClr val="0A1F3D"/>
          </a:solidFill>
          <a:ln w="1905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00400"/>
            <a:ext cx="4023360" cy="310896"/>
          </a:xfrm>
          <a:prstGeom prst="rect">
            <a:avLst/>
          </a:prstGeom>
          <a:solidFill>
            <a:srgbClr val="B0C4D4"/>
          </a:solidFill>
          <a:ln w="12700">
            <a:solidFill>
              <a:srgbClr val="B0C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AIAgent.run_steps()  — Autonomous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56616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AIAgent(page)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agent.run_steps([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"Click Letter Config in sidebar",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"Click on Letter Type",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"Verify the table is visible",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Gemini decides every click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Ready to Run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agentic_autonomize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447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utils/ai_agent.py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helpers — ai_verify, smart_assert, ai_find_selector, AIAgent class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73568" y="1444752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73568" y="14904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lines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2494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tests/test_agentic.py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26771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agentic test cases across all 3 levels, tagged @pytest.mark.agentic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3568" y="2249424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73568" y="22951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0540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demo_agentic.py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307238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live demo script with colour-coded terminal output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73568" y="3054096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73568" y="309981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 lines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767328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858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docs/AGENTIC_TESTING.md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387705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documentation with usage guide and architecture diagram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73568" y="3858768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73568" y="39044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agentic -v -s</a:t>
            </a:r>
            <a:pPr indent="0" marL="0">
              <a:buNone/>
            </a:pPr>
            <a:r>
              <a:rPr lang="en-US" sz="1300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  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demo_agentic.py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commands before the meeting — takes 5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(run once)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4023360" cy="1005840"/>
          </a:xfrm>
          <a:prstGeom prst="rect">
            <a:avLst/>
          </a:prstGeom>
          <a:solidFill>
            <a:srgbClr val="0A1F3D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276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agentic_autonomize
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926080"/>
            <a:ext cx="402336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626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live demo (recommended)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demo_agentic.py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584448"/>
            <a:ext cx="402336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6210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agentic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agentic -v -s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242816"/>
            <a:ext cx="402336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279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at a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498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tests/test_agentic.py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::TestAIVisualAssertions -v -s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1298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SAY  (talking points per log line)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554480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600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via normal check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029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"Normal check passed — zero API cost, instant"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404872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450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624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check FAILED — escalating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2880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"Selector broke, Gemini is now looking at the screenshot"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255264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33009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474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 → 'YES'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730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"Gemini confirmed the element is there — test self-healed"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05656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4151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43251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step logs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4581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"I wrote plain English — Gemini decides what to click"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636008"/>
            <a:ext cx="8412480" cy="384048"/>
          </a:xfrm>
          <a:prstGeom prst="rect">
            <a:avLst/>
          </a:prstGeom>
          <a:solidFill>
            <a:srgbClr val="0A1F3D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Tip: demo_agentic.py pauses at each level — press ENTER when ready so you can explain before it runs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team and the product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533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53312"/>
            <a:ext cx="4114800" cy="1097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36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 cases written in plain English in minutes, not hours. No selector research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533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53312"/>
            <a:ext cx="41148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36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RESILIENT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751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selectors reduce test maintenance cost. UI changes no longer break the suite.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82112"/>
            <a:ext cx="41148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ACCESSIBLE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38039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and PMs can write test cases without coding or DOM knowledge.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1821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182112"/>
            <a:ext cx="4114800" cy="109728"/>
          </a:xfrm>
          <a:prstGeom prst="rect">
            <a:avLst/>
          </a:prstGeom>
          <a:solidFill>
            <a:srgbClr val="B0C4D4"/>
          </a:solidFill>
          <a:ln w="12700">
            <a:solidFill>
              <a:srgbClr val="B0C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CONFIDENT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38039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 assertions catch UI regressions that selector-based tests miss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87552"/>
            <a:ext cx="914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6070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0972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AI layer in CI/CD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15179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GEMINI_API_KEY to the pipeline environment (free key from aistudio.google.com). Framework is already integrated.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21992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951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94360" y="28163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3317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flaky selectors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275234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top 10 most-brittle selectors with ai_find_selector() as an automatic fallback.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56432"/>
            <a:ext cx="91440" cy="10972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2958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4360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sprint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5661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plain-English tests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98678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next sprint's new test cases using AIAgent.run_steps() — measure time saved vs traditional.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is ready.  We just need to turn it 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E2E Testing with Gemini AI</dc:title>
  <dc:subject>PptxGenJS Presentation</dc:subject>
  <dc:creator>Lead QA Engineer — EX Squared</dc:creator>
  <cp:lastModifiedBy>Lead QA Engineer — EX Squared</cp:lastModifiedBy>
  <cp:revision>1</cp:revision>
  <dcterms:created xsi:type="dcterms:W3CDTF">2026-05-07T08:45:22Z</dcterms:created>
  <dcterms:modified xsi:type="dcterms:W3CDTF">2026-05-07T08:45:22Z</dcterms:modified>
</cp:coreProperties>
</file>