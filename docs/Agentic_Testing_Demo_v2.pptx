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320040" cy="49240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E2E Testing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Quality Automation with Claude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999232"/>
            <a:ext cx="5029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QA Engineer  ·  EX Squared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91440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028090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0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Traditional E2E Tests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today's approach breaks under pressure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112255"/>
          </a:solidFill>
          <a:ln w="1016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813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463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break when a developer renames a CSS class or changes placeholder text — test suite goes red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solidFill>
            <a:srgbClr val="112255"/>
          </a:solidFill>
          <a:ln w="1016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042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2286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tests requires deep DOM knowledge — only senior engineers can contribute meaningfully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112255"/>
          </a:solidFill>
          <a:ln w="1016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1272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31089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regressions (wrong layout, empty states, error banners) need separate, expensive tooling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112255"/>
          </a:solidFill>
          <a:ln w="1016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9502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3931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maintenance cost — QA spends more time fixing broken selectors than writing new tests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Agentic Testing?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an AI brain to your existing automation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8229600" cy="1234440"/>
          </a:xfrm>
          <a:prstGeom prst="rect">
            <a:avLst/>
          </a:prstGeom>
          <a:solidFill>
            <a:srgbClr val="0A1F3D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testing adds an AI layer (Claude) that can: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like a human (via screenshots)     </a:t>
            </a:r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visually, not just by CSS selectors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browser action to take from a plain-English instruction     </a:t>
            </a:r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selectors break by finding new ones automatically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651760" cy="210312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743200"/>
            <a:ext cx="265176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Assertions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answers yes/no questions from screenshots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743200"/>
            <a:ext cx="2651760" cy="210312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2743200"/>
            <a:ext cx="265176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finds working selectors from the live DOM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743200"/>
            <a:ext cx="2651760" cy="210312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2743200"/>
            <a:ext cx="265176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executes plain-English test steps on its own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Visual Assertions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looks at screenshots and answers yes/no questions — no selectors needed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3931920" cy="3474720"/>
          </a:xfrm>
          <a:prstGeom prst="rect">
            <a:avLst/>
          </a:prstGeom>
          <a:solidFill>
            <a:srgbClr val="0A1F3D"/>
          </a:solidFill>
          <a:ln w="1905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3931920" cy="347472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441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page.locator(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"table tbody tr"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).count() &gt; 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3657600" cy="0"/>
          </a:xfrm>
          <a:prstGeom prst="line">
            <a:avLst/>
          </a:prstGeom>
          <a:noFill/>
          <a:ln w="10160">
            <a:solidFill>
              <a:srgbClr val="E05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260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when: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 class names change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Placeholder text updated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 structure refactored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3931920" cy="347472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25880"/>
            <a:ext cx="393192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3441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ASSERTION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7830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ai_verify(page,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 the letter type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table visible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 rows?")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2834640"/>
            <a:ext cx="3657600" cy="0"/>
          </a:xfrm>
          <a:prstGeom prst="line">
            <a:avLst/>
          </a:prstGeom>
          <a:noFill/>
          <a:ln w="1016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92608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because: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sees the page visually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Understands intent, not markup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Survives any DOM change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Self-Healing Selectors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selector breaks, Claude finds a working one automatically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1965960" cy="2560320"/>
          </a:xfrm>
          <a:prstGeom prst="rect">
            <a:avLst/>
          </a:prstGeom>
          <a:solidFill>
            <a:srgbClr val="112255"/>
          </a:solidFill>
          <a:ln w="1905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1965960" cy="38404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53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Changes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9768" y="1810512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renames a CSS class or changes placeholder text in the app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4288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D4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68880" y="1325880"/>
            <a:ext cx="1965960" cy="2560320"/>
          </a:xfrm>
          <a:prstGeom prst="rect">
            <a:avLst/>
          </a:prstGeom>
          <a:solidFill>
            <a:srgbClr val="112255"/>
          </a:solidFill>
          <a:ln w="19050">
            <a:solidFill>
              <a:srgbClr val="E05C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325880"/>
            <a:ext cx="1965960" cy="384048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353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2608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Breaks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78608" y="1810512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selector no longer matches — traditional test FAILS immediately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53128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D4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1965960" cy="2560320"/>
          </a:xfrm>
          <a:prstGeom prst="rect">
            <a:avLst/>
          </a:prstGeom>
          <a:solidFill>
            <a:srgbClr val="11225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325880"/>
            <a:ext cx="19659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353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7492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Inspects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727448" y="1810512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ai_find_selector() sends the live DOM + screenshot to Claude for analysis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01968" y="23774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D4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766560" y="1325880"/>
            <a:ext cx="1965960" cy="2560320"/>
          </a:xfrm>
          <a:prstGeom prst="rect">
            <a:avLst/>
          </a:prstGeom>
          <a:solidFill>
            <a:srgbClr val="112255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1325880"/>
            <a:ext cx="196596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1353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23760" y="1371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Auto-Healed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76288" y="1810512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returns the correct selector — test continues with zero downtime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0A1F3D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" y="422452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Selector maintenance is the #1 cost of E2E test suites — self-healing eliminates it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Autonomous 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steps → Claude drives the browser — no selectors written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114800" cy="3474720"/>
          </a:xfrm>
          <a:prstGeom prst="rect">
            <a:avLst/>
          </a:prstGeom>
          <a:solidFill>
            <a:srgbClr val="0A1F3D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QA ENGINEER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Verify the dashboard has loaded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5915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Click Letter Configuration in sidebar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0779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Click on Letter Type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5643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Verify table is visible with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0050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 Confirm no error banner is shown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553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Plain English. Zero selectors.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80560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370832" y="340156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Claude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1325880"/>
            <a:ext cx="3840480" cy="3474720"/>
          </a:xfrm>
          <a:prstGeom prst="rect">
            <a:avLst/>
          </a:prstGeom>
          <a:solidFill>
            <a:srgbClr val="0A1F3D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EXECUTION LOG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181051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1 — verify:  YES (2.1s)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235915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2 — click:   button.expand-btn (1.4s)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290779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3 — click:   a[href*=letter-type] (0.9s)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345643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4 — verify:  YES (1.8s)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400507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Step 5 — verify:  NO error (1.2s)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455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PASSED ✔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Framework — Agent-Ready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 sits on top — nothing replaced, only enhanced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FRAMEWORK  (unchanged)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920240" cy="658368"/>
          </a:xfrm>
          <a:prstGeom prst="rect">
            <a:avLst/>
          </a:prstGeom>
          <a:solidFill>
            <a:srgbClr val="112255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164592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 +  Python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572768"/>
            <a:ext cx="1920240" cy="658368"/>
          </a:xfrm>
          <a:prstGeom prst="rect">
            <a:avLst/>
          </a:prstGeom>
          <a:solidFill>
            <a:srgbClr val="112255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33472" y="164592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1920240" cy="658368"/>
          </a:xfrm>
          <a:prstGeom prst="rect">
            <a:avLst/>
          </a:prstGeom>
          <a:solidFill>
            <a:srgbClr val="112255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36592" y="164592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572768"/>
            <a:ext cx="1920240" cy="658368"/>
          </a:xfrm>
          <a:prstGeom prst="rect">
            <a:avLst/>
          </a:prstGeom>
          <a:solidFill>
            <a:srgbClr val="112255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39712" y="164592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359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 AI Layer added on top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 (new)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2651760" cy="91440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" y="2999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ai_verify()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3401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Assertions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651760" cy="91440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01568" y="2999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ai_find_selector()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01568" y="3401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26480" y="2926080"/>
            <a:ext cx="2651760" cy="91440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36208" y="2999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AIAgent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36208" y="3401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Steps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041648"/>
            <a:ext cx="8229600" cy="749808"/>
          </a:xfrm>
          <a:prstGeom prst="rect">
            <a:avLst/>
          </a:prstGeom>
          <a:solidFill>
            <a:srgbClr val="0A1F3D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4114800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"Nothing was replaced. The AI layer sits ON TOP of our existing suite — existing tests keep running normally."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Ready to Run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agentic_autonomize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53312"/>
            <a:ext cx="8412480" cy="694944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447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utils/ai_agent.py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14630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helpers — ai_verify, ai_find_selector, AIAgent class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73568" y="1444752"/>
            <a:ext cx="731520" cy="502920"/>
          </a:xfrm>
          <a:prstGeom prst="rect">
            <a:avLst/>
          </a:prstGeom>
          <a:solidFill>
            <a:srgbClr val="0A1F3D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73568" y="149047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lines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157984"/>
            <a:ext cx="8412480" cy="694944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24942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tests/test_agentic.py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226771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agentic test cases across all 3 levels, tagged @pytest.mark.agentic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73568" y="2249424"/>
            <a:ext cx="731520" cy="502920"/>
          </a:xfrm>
          <a:prstGeom prst="rect">
            <a:avLst/>
          </a:prstGeom>
          <a:solidFill>
            <a:srgbClr val="0A1F3D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73568" y="229514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962656"/>
            <a:ext cx="8412480" cy="694944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05409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demo_agentic.py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307238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live demo script with colour-coded terminal output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73568" y="3054096"/>
            <a:ext cx="731520" cy="502920"/>
          </a:xfrm>
          <a:prstGeom prst="rect">
            <a:avLst/>
          </a:prstGeom>
          <a:solidFill>
            <a:srgbClr val="0A1F3D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973568" y="309981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376 lines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767328"/>
            <a:ext cx="8412480" cy="694944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8587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docs/AGENTIC_TESTING.md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49040" y="387705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documentation with usage guide and architecture diagram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73568" y="3858768"/>
            <a:ext cx="731520" cy="502920"/>
          </a:xfrm>
          <a:prstGeom prst="rect">
            <a:avLst/>
          </a:prstGeom>
          <a:solidFill>
            <a:srgbClr val="0A1F3D"/>
          </a:solidFill>
          <a:ln w="1016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73568" y="390448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0A1F3D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-m agentic -v -s</a:t>
            </a:r>
            <a:pPr indent="0" marL="0">
              <a:buNone/>
            </a:pPr>
            <a:r>
              <a:rPr lang="en-US" sz="1300" dirty="0">
                <a:solidFill>
                  <a:srgbClr val="B0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    </a:t>
            </a:r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demo_agentic.py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the Demo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these commands before the meeting — takes 5 minutes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 (run once)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4023360" cy="1005840"/>
          </a:xfrm>
          <a:prstGeom prst="rect">
            <a:avLst/>
          </a:prstGeom>
          <a:solidFill>
            <a:srgbClr val="0A1F3D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6276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agentic_autonomize
</a:t>
            </a:r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926080"/>
            <a:ext cx="4023360" cy="594360"/>
          </a:xfrm>
          <a:prstGeom prst="rect">
            <a:avLst/>
          </a:prstGeom>
          <a:solidFill>
            <a:srgbClr val="112255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9626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live demo (recommended)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182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demo_agentic.py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584448"/>
            <a:ext cx="4023360" cy="59436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6210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agentic tests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-m agentic -v -s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242816"/>
            <a:ext cx="4023360" cy="594360"/>
          </a:xfrm>
          <a:prstGeom prst="rect">
            <a:avLst/>
          </a:prstGeom>
          <a:solidFill>
            <a:srgbClr val="112255"/>
          </a:solidFill>
          <a:ln w="1270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2793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at a time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498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0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tests/test_agentic.py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B0C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::TestAIVisualAssertions -v -s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12984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SAY  (talking points per log line)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554480"/>
            <a:ext cx="4206240" cy="77724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1600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see: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17739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via normal check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2029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"Normal check passed — zero API cost, instant"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404872"/>
            <a:ext cx="4206240" cy="77724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24505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see: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26243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check FAILED — escalating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2880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"Selector broke, Claude is now looking at the screenshot"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255264"/>
            <a:ext cx="4206240" cy="77724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33009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see: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34747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ai_verify → 'YES'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3730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"Claude confirmed the element is there — test self-healed"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4105656"/>
            <a:ext cx="4206240" cy="777240"/>
          </a:xfrm>
          <a:prstGeom prst="rect">
            <a:avLst/>
          </a:prstGeom>
          <a:solidFill>
            <a:srgbClr val="11225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92040" y="41513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see: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432511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step logs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92040" y="45811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"I wrote plain English — Claude decides what to click"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" y="4636008"/>
            <a:ext cx="8412480" cy="384048"/>
          </a:xfrm>
          <a:prstGeom prst="rect">
            <a:avLst/>
          </a:prstGeom>
          <a:solidFill>
            <a:srgbClr val="0A1F3D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Tip: demo_agentic.py pauses at each level — press ENTER when ready so you can explain before it runs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the team and the product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53312"/>
            <a:ext cx="4114800" cy="1600200"/>
          </a:xfrm>
          <a:prstGeom prst="rect">
            <a:avLst/>
          </a:prstGeom>
          <a:solidFill>
            <a:srgbClr val="112255"/>
          </a:solidFill>
          <a:ln w="254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53312"/>
            <a:ext cx="4114800" cy="10972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361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FASTER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19751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test cases written in plain English in minutes, not hours. No selector research needed.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353312"/>
            <a:ext cx="4114800" cy="1600200"/>
          </a:xfrm>
          <a:prstGeom prst="rect">
            <a:avLst/>
          </a:prstGeom>
          <a:solidFill>
            <a:srgbClr val="112255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53312"/>
            <a:ext cx="411480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5361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RESILIENT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9751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selectors reduce test maintenance cost. UI changes no longer break the suite.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4114800" cy="1600200"/>
          </a:xfrm>
          <a:prstGeom prst="rect">
            <a:avLst/>
          </a:prstGeom>
          <a:solidFill>
            <a:srgbClr val="112255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82112"/>
            <a:ext cx="41148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649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ACCESSIBLE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38039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 and PMs can write test cases without coding or DOM knowledge.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182112"/>
            <a:ext cx="4114800" cy="1600200"/>
          </a:xfrm>
          <a:prstGeom prst="rect">
            <a:avLst/>
          </a:prstGeom>
          <a:solidFill>
            <a:srgbClr val="112255"/>
          </a:solidFill>
          <a:ln w="25400">
            <a:solidFill>
              <a:srgbClr val="B0C4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182112"/>
            <a:ext cx="4114800" cy="109728"/>
          </a:xfrm>
          <a:prstGeom prst="rect">
            <a:avLst/>
          </a:prstGeom>
          <a:solidFill>
            <a:srgbClr val="B0C4D4"/>
          </a:solidFill>
          <a:ln w="12700">
            <a:solidFill>
              <a:srgbClr val="B0C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36499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CONFIDENT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83480" y="380390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AI assertions catch UI regressions that selector-based tests miss entirely.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1524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87552"/>
            <a:ext cx="8229600" cy="1097280"/>
          </a:xfrm>
          <a:prstGeom prst="rect">
            <a:avLst/>
          </a:prstGeom>
          <a:solidFill>
            <a:srgbClr val="112255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87552"/>
            <a:ext cx="9144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6070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5819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10972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AI layer in CI/CD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151790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ANTHROPIC_API_KEY to the pipeline environment. The framework is already integrated.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8229600" cy="1097280"/>
          </a:xfrm>
          <a:prstGeom prst="rect">
            <a:avLst/>
          </a:prstGeom>
          <a:solidFill>
            <a:srgbClr val="112255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21992"/>
            <a:ext cx="91440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9514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94360" y="28163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233172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flaky selectors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275234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top 10 most-brittle selectors with ai_find_selector() as an automatic fallback.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56432"/>
            <a:ext cx="8229600" cy="1097280"/>
          </a:xfrm>
          <a:prstGeom prst="rect">
            <a:avLst/>
          </a:prstGeom>
          <a:solidFill>
            <a:srgbClr val="112255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456432"/>
            <a:ext cx="91440" cy="109728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2958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94360" y="4050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sprint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35661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plain-English tests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398678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next sprint's new test cases using AIAgent.run_steps() — measure time saved vs traditional.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is ready.  We just need to turn it 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E2E Testing with Claude AI</dc:title>
  <dc:subject>PptxGenJS Presentation</dc:subject>
  <dc:creator>Lead QA Engineer — EX Squared</dc:creator>
  <cp:lastModifiedBy>Lead QA Engineer — EX Squared</cp:lastModifiedBy>
  <cp:revision>1</cp:revision>
  <dcterms:created xsi:type="dcterms:W3CDTF">2026-05-07T07:42:05Z</dcterms:created>
  <dcterms:modified xsi:type="dcterms:W3CDTF">2026-05-07T07:42:05Z</dcterms:modified>
</cp:coreProperties>
</file>