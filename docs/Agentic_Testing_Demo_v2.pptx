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09728"/>
            <a:ext cx="320040" cy="492404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E2E Testing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Quality Automation with Claude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2999232"/>
            <a:ext cx="502920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200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QA Engineer  ·  Autonomize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943600" y="914400"/>
            <a:ext cx="2926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0" b="1" dirty="0">
                <a:solidFill>
                  <a:srgbClr val="028090">
                    <a:alpha val="2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20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with Traditional E2E Tests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today's approach breaks under pressure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8229600" cy="0"/>
          </a:xfrm>
          <a:prstGeom prst="line">
            <a:avLst/>
          </a:prstGeom>
          <a:noFill/>
          <a:ln w="15240">
            <a:solidFill>
              <a:srgbClr val="0280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solidFill>
            <a:srgbClr val="112255"/>
          </a:solidFill>
          <a:ln w="10160">
            <a:solidFill>
              <a:srgbClr val="E05C5C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481328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51560" y="1463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Selectors break when a developer renames a CSS class or changes placeholder text — test suite goes red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8229600" cy="685800"/>
          </a:xfrm>
          <a:prstGeom prst="rect">
            <a:avLst/>
          </a:prstGeom>
          <a:solidFill>
            <a:srgbClr val="112255"/>
          </a:solidFill>
          <a:ln w="10160">
            <a:solidFill>
              <a:srgbClr val="E05C5C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304288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051560" y="228600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tests requires deep DOM knowledge — only senior engineers can contribute meaningfully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8229600" cy="685800"/>
          </a:xfrm>
          <a:prstGeom prst="rect">
            <a:avLst/>
          </a:prstGeom>
          <a:solidFill>
            <a:srgbClr val="112255"/>
          </a:solidFill>
          <a:ln w="10160">
            <a:solidFill>
              <a:srgbClr val="E05C5C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3127248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051560" y="310896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regressions (wrong layout, empty states, error banners) need separate, expensive tooling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8229600" cy="685800"/>
          </a:xfrm>
          <a:prstGeom prst="rect">
            <a:avLst/>
          </a:prstGeom>
          <a:solidFill>
            <a:srgbClr val="112255"/>
          </a:solidFill>
          <a:ln w="10160">
            <a:solidFill>
              <a:srgbClr val="E05C5C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3950208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051560" y="393192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maintenance cost — QA spends more time fixing broken selectors than writing new tests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Agentic Testing?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an AI brain to your existing automation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8229600" cy="0"/>
          </a:xfrm>
          <a:prstGeom prst="line">
            <a:avLst/>
          </a:prstGeom>
          <a:noFill/>
          <a:ln w="15240">
            <a:solidFill>
              <a:srgbClr val="0280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325880"/>
            <a:ext cx="8229600" cy="1234440"/>
          </a:xfrm>
          <a:prstGeom prst="rect">
            <a:avLst/>
          </a:prstGeom>
          <a:solidFill>
            <a:srgbClr val="0A1F3D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testing adds an AI layer (Claude) that can: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85800" y="178308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like a human (via screenshots)     </a:t>
            </a:r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UI visually, not just by CSS selectors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browser action to take from a plain-English instruction     </a:t>
            </a:r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selectors break by finding new ones automatically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2651760" cy="2103120"/>
          </a:xfrm>
          <a:prstGeom prst="rect">
            <a:avLst/>
          </a:prstGeom>
          <a:solidFill>
            <a:srgbClr val="112255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743200"/>
            <a:ext cx="2651760" cy="914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8803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32461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Assertions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611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answers yes/no questions from screenshots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91840" y="2743200"/>
            <a:ext cx="2651760" cy="2103120"/>
          </a:xfrm>
          <a:prstGeom prst="rect">
            <a:avLst/>
          </a:prstGeom>
          <a:solidFill>
            <a:srgbClr val="112255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91840" y="2743200"/>
            <a:ext cx="2651760" cy="914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0" y="28803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383280" y="32461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Self-Healing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383280" y="3611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finds working selectors from the live DOM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0" y="2743200"/>
            <a:ext cx="2651760" cy="2103120"/>
          </a:xfrm>
          <a:prstGeom prst="rect">
            <a:avLst/>
          </a:prstGeom>
          <a:solidFill>
            <a:srgbClr val="112255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2743200"/>
            <a:ext cx="2651760" cy="914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28803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217920" y="32461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Agent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17920" y="3611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executes plain-English test steps on its own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 — Visual Assertions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looks at screenshots and answers yes/no questions — no selectors needed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8229600" cy="0"/>
          </a:xfrm>
          <a:prstGeom prst="line">
            <a:avLst/>
          </a:prstGeom>
          <a:noFill/>
          <a:ln w="15240">
            <a:solidFill>
              <a:srgbClr val="0280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325880"/>
            <a:ext cx="3931920" cy="3474720"/>
          </a:xfrm>
          <a:prstGeom prst="rect">
            <a:avLst/>
          </a:prstGeom>
          <a:solidFill>
            <a:srgbClr val="0A1F3D"/>
          </a:solidFill>
          <a:ln w="19050">
            <a:solidFill>
              <a:srgbClr val="E05C5C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325880"/>
            <a:ext cx="3931920" cy="347472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344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178308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page.locator(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"table tbody tr"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).count() &gt; 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2834640"/>
            <a:ext cx="3657600" cy="0"/>
          </a:xfrm>
          <a:prstGeom prst="line">
            <a:avLst/>
          </a:prstGeom>
          <a:noFill/>
          <a:ln w="10160">
            <a:solidFill>
              <a:srgbClr val="E05C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92608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when: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CSS class names change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Placeholder text updated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DOM structure refactored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46320" y="1325880"/>
            <a:ext cx="3931920" cy="3474720"/>
          </a:xfrm>
          <a:prstGeom prst="rect">
            <a:avLst/>
          </a:prstGeom>
          <a:solidFill>
            <a:srgbClr val="0A1F3D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46320" y="1325880"/>
            <a:ext cx="3931920" cy="34747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1344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ASSERTION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37760" y="178308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ai_verify(page,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"Is the letter type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table visible with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 rows?")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937760" y="2834640"/>
            <a:ext cx="3657600" cy="0"/>
          </a:xfrm>
          <a:prstGeom prst="line">
            <a:avLst/>
          </a:prstGeom>
          <a:noFill/>
          <a:ln w="10160">
            <a:solidFill>
              <a:srgbClr val="02C39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292608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because: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Claude sees the page visually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Understands intent, not markup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Survives any DOM change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931920" y="27432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 — Self-Healing Selectors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selector breaks, Claude finds a working one automatically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8229600" cy="0"/>
          </a:xfrm>
          <a:prstGeom prst="line">
            <a:avLst/>
          </a:prstGeom>
          <a:noFill/>
          <a:ln w="15240">
            <a:solidFill>
              <a:srgbClr val="0280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325880"/>
            <a:ext cx="1965960" cy="2560320"/>
          </a:xfrm>
          <a:prstGeom prst="rect">
            <a:avLst/>
          </a:prstGeom>
          <a:solidFill>
            <a:srgbClr val="112255"/>
          </a:solidFill>
          <a:ln w="19050">
            <a:solidFill>
              <a:srgbClr val="E05C5C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325880"/>
            <a:ext cx="1965960" cy="384048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353312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137160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Changes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29768" y="1810512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renames a CSS class or changes placeholder text in the app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04288" y="237744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C4D4"/>
                </a:solidFill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468880" y="1325880"/>
            <a:ext cx="1965960" cy="2560320"/>
          </a:xfrm>
          <a:prstGeom prst="rect">
            <a:avLst/>
          </a:prstGeom>
          <a:solidFill>
            <a:srgbClr val="112255"/>
          </a:solidFill>
          <a:ln w="19050">
            <a:solidFill>
              <a:srgbClr val="E05C5C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468880" y="1325880"/>
            <a:ext cx="1965960" cy="384048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14600" y="1353312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926080" y="137160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Breaks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578608" y="1810512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Hardcoded selector no longer matches — traditional test FAILS immediately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453128" y="237744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C4D4"/>
                </a:solidFill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617720" y="1325880"/>
            <a:ext cx="1965960" cy="2560320"/>
          </a:xfrm>
          <a:prstGeom prst="rect">
            <a:avLst/>
          </a:prstGeom>
          <a:solidFill>
            <a:srgbClr val="112255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17720" y="1325880"/>
            <a:ext cx="1965960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1353312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074920" y="137160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Inspects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727448" y="1810512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ai_find_selector() sends the live DOM + screenshot to Claude for analysis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601968" y="237744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C4D4"/>
                </a:solidFill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766560" y="1325880"/>
            <a:ext cx="1965960" cy="2560320"/>
          </a:xfrm>
          <a:prstGeom prst="rect">
            <a:avLst/>
          </a:prstGeom>
          <a:solidFill>
            <a:srgbClr val="112255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0" y="1325880"/>
            <a:ext cx="1965960" cy="38404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12280" y="1353312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223760" y="137160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Auto-Healed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876288" y="1810512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returns the correct selector — test continues with zero downtime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57200" y="4160520"/>
            <a:ext cx="8229600" cy="640080"/>
          </a:xfrm>
          <a:prstGeom prst="rect">
            <a:avLst/>
          </a:prstGeom>
          <a:solidFill>
            <a:srgbClr val="0A1F3D"/>
          </a:solidFill>
          <a:ln w="19050">
            <a:solidFill>
              <a:srgbClr val="F5C842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94360" y="4224528"/>
            <a:ext cx="795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Selector maintenance is the #1 cost of E2E test suites — self-healing eliminates it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3 — Autonomous Agent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Plain-English steps → Claude drives the browser — no selectors written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8229600" cy="0"/>
          </a:xfrm>
          <a:prstGeom prst="line">
            <a:avLst/>
          </a:prstGeom>
          <a:noFill/>
          <a:ln w="15240">
            <a:solidFill>
              <a:srgbClr val="0280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325880"/>
            <a:ext cx="4114800" cy="3474720"/>
          </a:xfrm>
          <a:prstGeom prst="rect">
            <a:avLst/>
          </a:prstGeom>
          <a:solidFill>
            <a:srgbClr val="0A1F3D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4173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BY QA ENGINEER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1810512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 Verify the dashboard has loaded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2359152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 Click Letter Configuration in sidebar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2907792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 Click on Letter Type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56432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 Verify table is visible with data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4005072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 Confirm no error banner is shown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5537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Plain English. Zero selectors.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80560" y="28346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28090"/>
                </a:solidFill>
              </a:rPr>
              <a:t>⇒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370832" y="3401568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C39A"/>
                </a:solidFill>
              </a:rPr>
              <a:t>Claude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37760" y="1325880"/>
            <a:ext cx="3840480" cy="3474720"/>
          </a:xfrm>
          <a:prstGeom prst="rect">
            <a:avLst/>
          </a:prstGeom>
          <a:solidFill>
            <a:srgbClr val="0A1F3D"/>
          </a:solidFill>
          <a:ln w="12700">
            <a:solidFill>
              <a:srgbClr val="02C39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029200" y="1417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EXECUTION LOG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74920" y="1810512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✔  Step 1 — verify:  YES (2.1s)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74920" y="2359152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✔  Step 2 — click:   button.expand-btn (1.4s)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74920" y="2907792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✔  Step 3 — click:   a[href*=letter-type] (0.9s)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74920" y="3456432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✔  Step 4 — verify:  YES (1.8s)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74920" y="4005072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✔  Step 5 — verify:  NO error (1.2s)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45537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5/5 PASSED ✔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Framework — Agent-Ready Architecture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layer sits on top — nothing replaced, only enhanced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8229600" cy="0"/>
          </a:xfrm>
          <a:prstGeom prst="line">
            <a:avLst/>
          </a:prstGeom>
          <a:noFill/>
          <a:ln w="1524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98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FRAMEWORK  (unchanged)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1920240" cy="658368"/>
          </a:xfrm>
          <a:prstGeom prst="rect">
            <a:avLst/>
          </a:prstGeom>
          <a:solidFill>
            <a:srgbClr val="112255"/>
          </a:solidFill>
          <a:ln w="10160">
            <a:solidFill>
              <a:srgbClr val="B0C4D4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30352" y="1645920"/>
            <a:ext cx="1783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 +  Python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560320" y="1572768"/>
            <a:ext cx="1920240" cy="658368"/>
          </a:xfrm>
          <a:prstGeom prst="rect">
            <a:avLst/>
          </a:prstGeom>
          <a:solidFill>
            <a:srgbClr val="112255"/>
          </a:solidFill>
          <a:ln w="10160">
            <a:solidFill>
              <a:srgbClr val="B0C4D4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633472" y="1645920"/>
            <a:ext cx="1783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Objects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572768"/>
            <a:ext cx="1920240" cy="658368"/>
          </a:xfrm>
          <a:prstGeom prst="rect">
            <a:avLst/>
          </a:prstGeom>
          <a:solidFill>
            <a:srgbClr val="112255"/>
          </a:solidFill>
          <a:ln w="10160">
            <a:solidFill>
              <a:srgbClr val="B0C4D4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36592" y="1645920"/>
            <a:ext cx="1783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766560" y="1572768"/>
            <a:ext cx="1920240" cy="658368"/>
          </a:xfrm>
          <a:prstGeom prst="rect">
            <a:avLst/>
          </a:prstGeom>
          <a:solidFill>
            <a:srgbClr val="112255"/>
          </a:solidFill>
          <a:ln w="10160">
            <a:solidFill>
              <a:srgbClr val="B0C4D4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39712" y="1645920"/>
            <a:ext cx="1783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Allure Reports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235915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＋  AI Layer added on top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2651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LAYER  (new)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926080"/>
            <a:ext cx="2651760" cy="914400"/>
          </a:xfrm>
          <a:prstGeom prst="rect">
            <a:avLst/>
          </a:prstGeom>
          <a:solidFill>
            <a:srgbClr val="0A1F3D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66928" y="299923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ai_verify()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66928" y="340156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Assertions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291840" y="2926080"/>
            <a:ext cx="2651760" cy="914400"/>
          </a:xfrm>
          <a:prstGeom prst="rect">
            <a:avLst/>
          </a:prstGeom>
          <a:solidFill>
            <a:srgbClr val="0A1F3D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401568" y="299923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ai_find_selector()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401568" y="340156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Self-Healing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126480" y="2926080"/>
            <a:ext cx="2651760" cy="914400"/>
          </a:xfrm>
          <a:prstGeom prst="rect">
            <a:avLst/>
          </a:prstGeom>
          <a:solidFill>
            <a:srgbClr val="0A1F3D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236208" y="299923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236208" y="340156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Steps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57200" y="4041648"/>
            <a:ext cx="8229600" cy="749808"/>
          </a:xfrm>
          <a:prstGeom prst="rect">
            <a:avLst/>
          </a:prstGeom>
          <a:solidFill>
            <a:srgbClr val="0A1F3D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0080" y="411480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"Nothing was replaced. The AI layer sits ON TOP of our existing suite — existing tests keep running normally."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 — Ready to Run Today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Branch: agentic_autonomize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8229600" cy="0"/>
          </a:xfrm>
          <a:prstGeom prst="line">
            <a:avLst/>
          </a:prstGeom>
          <a:noFill/>
          <a:ln w="15240">
            <a:solidFill>
              <a:srgbClr val="0280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353312"/>
            <a:ext cx="8412480" cy="694944"/>
          </a:xfrm>
          <a:prstGeom prst="rect">
            <a:avLst/>
          </a:prstGeom>
          <a:solidFill>
            <a:srgbClr val="112255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44475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utils/ai_agent.py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749040" y="146304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AI helpers — ai_verify, ai_find_selector, AIAgent class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973568" y="1444752"/>
            <a:ext cx="731520" cy="502920"/>
          </a:xfrm>
          <a:prstGeom prst="rect">
            <a:avLst/>
          </a:prstGeom>
          <a:solidFill>
            <a:srgbClr val="0A1F3D"/>
          </a:solidFill>
          <a:ln w="10160">
            <a:solidFill>
              <a:srgbClr val="B0C4D4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973568" y="1490472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330 lines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65760" y="2157984"/>
            <a:ext cx="8412480" cy="694944"/>
          </a:xfrm>
          <a:prstGeom prst="rect">
            <a:avLst/>
          </a:prstGeom>
          <a:solidFill>
            <a:srgbClr val="112255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02920" y="2249424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tests/test_agentic.py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49040" y="2267712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agentic test cases across all 3 levels, tagged @pytest.mark.agentic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73568" y="2249424"/>
            <a:ext cx="731520" cy="502920"/>
          </a:xfrm>
          <a:prstGeom prst="rect">
            <a:avLst/>
          </a:prstGeom>
          <a:solidFill>
            <a:srgbClr val="0A1F3D"/>
          </a:solidFill>
          <a:ln w="10160">
            <a:solidFill>
              <a:srgbClr val="B0C4D4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973568" y="2295144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tests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962656"/>
            <a:ext cx="8412480" cy="694944"/>
          </a:xfrm>
          <a:prstGeom prst="rect">
            <a:avLst/>
          </a:prstGeom>
          <a:solidFill>
            <a:srgbClr val="112255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02920" y="305409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demo_agentic.py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749040" y="3072384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live demo script with colour-coded terminal output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73568" y="3054096"/>
            <a:ext cx="731520" cy="502920"/>
          </a:xfrm>
          <a:prstGeom prst="rect">
            <a:avLst/>
          </a:prstGeom>
          <a:solidFill>
            <a:srgbClr val="0A1F3D"/>
          </a:solidFill>
          <a:ln w="10160">
            <a:solidFill>
              <a:srgbClr val="B0C4D4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973568" y="309981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376 lines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65760" y="3767328"/>
            <a:ext cx="8412480" cy="694944"/>
          </a:xfrm>
          <a:prstGeom prst="rect">
            <a:avLst/>
          </a:prstGeom>
          <a:solidFill>
            <a:srgbClr val="112255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02920" y="385876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docs/AGENTIC_TESTING.md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749040" y="3877056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technical documentation with usage guide and architecture diagram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973568" y="3858768"/>
            <a:ext cx="731520" cy="502920"/>
          </a:xfrm>
          <a:prstGeom prst="rect">
            <a:avLst/>
          </a:prstGeom>
          <a:solidFill>
            <a:srgbClr val="0A1F3D"/>
          </a:solidFill>
          <a:ln w="10160">
            <a:solidFill>
              <a:srgbClr val="B0C4D4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973568" y="3904488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65760" y="4617720"/>
            <a:ext cx="8412480" cy="411480"/>
          </a:xfrm>
          <a:prstGeom prst="rect">
            <a:avLst/>
          </a:prstGeom>
          <a:solidFill>
            <a:srgbClr val="0A1F3D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0C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-m agentic -v -s</a:t>
            </a:r>
            <a:pPr indent="0" marL="0">
              <a:buNone/>
            </a:pPr>
            <a:r>
              <a:rPr lang="en-US" sz="1300" dirty="0">
                <a:solidFill>
                  <a:srgbClr val="B0C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    </a:t>
            </a:r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demo_agentic.py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Run the Demo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these commands before the meeting — takes 5 minutes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8229600" cy="0"/>
          </a:xfrm>
          <a:prstGeom prst="line">
            <a:avLst/>
          </a:prstGeom>
          <a:noFill/>
          <a:ln w="1524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2984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(run once)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554480"/>
            <a:ext cx="4023360" cy="1005840"/>
          </a:xfrm>
          <a:prstGeom prst="rect">
            <a:avLst/>
          </a:prstGeom>
          <a:solidFill>
            <a:srgbClr val="0A1F3D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62763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agentic_autonomize
</a:t>
            </a:r>
            <a:pPr indent="0" marL="0">
              <a:buNone/>
            </a:pPr>
            <a:r>
              <a:rPr lang="en-US" sz="11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65176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OPTIONS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926080"/>
            <a:ext cx="4023360" cy="594360"/>
          </a:xfrm>
          <a:prstGeom prst="rect">
            <a:avLst/>
          </a:prstGeom>
          <a:solidFill>
            <a:srgbClr val="112255"/>
          </a:solidFill>
          <a:ln w="12700">
            <a:solidFill>
              <a:srgbClr val="02C39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48640" y="296265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live demo (recommended)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318211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demo_agentic.py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11480" y="3584448"/>
            <a:ext cx="4023360" cy="594360"/>
          </a:xfrm>
          <a:prstGeom prst="rect">
            <a:avLst/>
          </a:prstGeom>
          <a:solidFill>
            <a:srgbClr val="112255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48640" y="362102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agentic tests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38404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-m agentic -v -s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4242816"/>
            <a:ext cx="4023360" cy="594360"/>
          </a:xfrm>
          <a:prstGeom prst="rect">
            <a:avLst/>
          </a:prstGeom>
          <a:solidFill>
            <a:srgbClr val="112255"/>
          </a:solidFill>
          <a:ln w="12700">
            <a:solidFill>
              <a:srgbClr val="B0C4D4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48640" y="427939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test at a time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44988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C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tests/test_agentic.py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B0C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::TestAIVisualAssertions -v -s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754880" y="129844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SAY  (talking points per log line)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54880" y="1554480"/>
            <a:ext cx="4206240" cy="777240"/>
          </a:xfrm>
          <a:prstGeom prst="rect">
            <a:avLst/>
          </a:prstGeom>
          <a:solidFill>
            <a:srgbClr val="112255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892040" y="16002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see: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892040" y="1773936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 via normal check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892040" y="20299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Say: "Normal check passed — zero API cost, instant"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54880" y="2404872"/>
            <a:ext cx="4206240" cy="777240"/>
          </a:xfrm>
          <a:prstGeom prst="rect">
            <a:avLst/>
          </a:prstGeom>
          <a:solidFill>
            <a:srgbClr val="112255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892040" y="245059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see: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92040" y="2624328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C8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 check FAILED — escalating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892040" y="28803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Say: "Selector broke, Claude is now looking at the screenshot"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54880" y="3255264"/>
            <a:ext cx="4206240" cy="777240"/>
          </a:xfrm>
          <a:prstGeom prst="rect">
            <a:avLst/>
          </a:prstGeom>
          <a:solidFill>
            <a:srgbClr val="112255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892040" y="330098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see: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92040" y="347472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ai_verify → 'YES'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892040" y="373075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Say: "Claude confirmed the element is there — test self-healed"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754880" y="4105656"/>
            <a:ext cx="4206240" cy="777240"/>
          </a:xfrm>
          <a:prstGeom prst="rect">
            <a:avLst/>
          </a:prstGeom>
          <a:solidFill>
            <a:srgbClr val="112255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892040" y="415137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see: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892040" y="432511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step logs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892040" y="458114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Say: "I wrote plain English — Claude decides what to click"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11480" y="4636008"/>
            <a:ext cx="8412480" cy="384048"/>
          </a:xfrm>
          <a:prstGeom prst="rect">
            <a:avLst/>
          </a:prstGeom>
          <a:solidFill>
            <a:srgbClr val="0A1F3D"/>
          </a:solidFill>
          <a:ln w="19050">
            <a:solidFill>
              <a:srgbClr val="F5C842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548640" y="468172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Tip: demo_agentic.py pauses at each level — press ENTER when ready so you can explain before it runs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 for the team and the product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8229600" cy="0"/>
          </a:xfrm>
          <a:prstGeom prst="line">
            <a:avLst/>
          </a:prstGeom>
          <a:noFill/>
          <a:ln w="15240">
            <a:solidFill>
              <a:srgbClr val="0280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353312"/>
            <a:ext cx="4114800" cy="1600200"/>
          </a:xfrm>
          <a:prstGeom prst="rect">
            <a:avLst/>
          </a:prstGeom>
          <a:solidFill>
            <a:srgbClr val="112255"/>
          </a:solidFill>
          <a:ln w="25400">
            <a:solidFill>
              <a:srgbClr val="F5C842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353312"/>
            <a:ext cx="4114800" cy="109728"/>
          </a:xfrm>
          <a:prstGeom prst="rect">
            <a:avLst/>
          </a:prstGeom>
          <a:solidFill>
            <a:srgbClr val="F5C842"/>
          </a:solidFill>
          <a:ln w="12700">
            <a:solidFill>
              <a:srgbClr val="F5C8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3619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FASTER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94360" y="1975104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test cases written in plain English in minutes, not hours. No selector research needed.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46320" y="1353312"/>
            <a:ext cx="4114800" cy="1600200"/>
          </a:xfrm>
          <a:prstGeom prst="rect">
            <a:avLst/>
          </a:prstGeom>
          <a:solidFill>
            <a:srgbClr val="112255"/>
          </a:solidFill>
          <a:ln w="25400">
            <a:solidFill>
              <a:srgbClr val="02C39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1353312"/>
            <a:ext cx="4114800" cy="10972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3480" y="153619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  RESILIENT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983480" y="1975104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Self-healing selectors reduce test maintenance cost. UI changes no longer break the suite.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182112"/>
            <a:ext cx="4114800" cy="1600200"/>
          </a:xfrm>
          <a:prstGeom prst="rect">
            <a:avLst/>
          </a:prstGeom>
          <a:solidFill>
            <a:srgbClr val="112255"/>
          </a:solidFill>
          <a:ln w="25400">
            <a:solidFill>
              <a:srgbClr val="02809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182112"/>
            <a:ext cx="4114800" cy="1097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36499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 ACCESSIBLE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94360" y="3803904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Analysts and PMs can write test cases without coding or DOM knowledge.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3182112"/>
            <a:ext cx="4114800" cy="1600200"/>
          </a:xfrm>
          <a:prstGeom prst="rect">
            <a:avLst/>
          </a:prstGeom>
          <a:solidFill>
            <a:srgbClr val="112255"/>
          </a:solidFill>
          <a:ln w="25400">
            <a:solidFill>
              <a:srgbClr val="B0C4D4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46320" y="3182112"/>
            <a:ext cx="4114800" cy="109728"/>
          </a:xfrm>
          <a:prstGeom prst="rect">
            <a:avLst/>
          </a:prstGeom>
          <a:solidFill>
            <a:srgbClr val="B0C4D4"/>
          </a:solidFill>
          <a:ln w="12700">
            <a:solidFill>
              <a:srgbClr val="B0C4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83480" y="336499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  CONFIDENT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83480" y="3803904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AI assertions catch UI regressions that selector-based tests miss entirely.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15240">
            <a:solidFill>
              <a:srgbClr val="0280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87552"/>
            <a:ext cx="8229600" cy="1097280"/>
          </a:xfrm>
          <a:prstGeom prst="rect">
            <a:avLst/>
          </a:prstGeom>
          <a:solidFill>
            <a:srgbClr val="112255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987552"/>
            <a:ext cx="91440" cy="10972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060704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94360" y="158191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day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463040" y="1097280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AI layer in CI/CD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63040" y="1517904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ANTHROPIC_API_KEY to the pipeline environment. The framework is already integrated.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221992"/>
            <a:ext cx="8229600" cy="1097280"/>
          </a:xfrm>
          <a:prstGeom prst="rect">
            <a:avLst/>
          </a:prstGeom>
          <a:solidFill>
            <a:srgbClr val="112255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221992"/>
            <a:ext cx="91440" cy="10972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295144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594360" y="281635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week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463040" y="2331720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 flaky selectors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63040" y="2752344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the top 10 most-brittle selectors with ai_find_selector() as an automatic fallback.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456432"/>
            <a:ext cx="8229600" cy="1097280"/>
          </a:xfrm>
          <a:prstGeom prst="rect">
            <a:avLst/>
          </a:prstGeom>
          <a:solidFill>
            <a:srgbClr val="112255"/>
          </a:solidFill>
          <a:ln w="19050">
            <a:solidFill>
              <a:srgbClr val="F5C842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456432"/>
            <a:ext cx="91440" cy="1097280"/>
          </a:xfrm>
          <a:prstGeom prst="rect">
            <a:avLst/>
          </a:prstGeom>
          <a:solidFill>
            <a:srgbClr val="F5C842"/>
          </a:solidFill>
          <a:ln w="12700">
            <a:solidFill>
              <a:srgbClr val="F5C8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3529584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94360" y="405079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sprint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463040" y="3566160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plain-English tests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463040" y="3986784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next sprint's new test cases using AIAgent.run_steps() — measure time saved vs traditional.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47365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infrastructure is ready.  We just need to turn it on.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E2E Testing with Claude AI</dc:title>
  <dc:subject>PptxGenJS Presentation</dc:subject>
  <dc:creator>Lead QA Engineer — Autonomize</dc:creator>
  <cp:lastModifiedBy>Lead QA Engineer — Autonomize</cp:lastModifiedBy>
  <cp:revision>1</cp:revision>
  <dcterms:created xsi:type="dcterms:W3CDTF">2026-05-07T03:34:44Z</dcterms:created>
  <dcterms:modified xsi:type="dcterms:W3CDTF">2026-05-07T03:34:44Z</dcterms:modified>
</cp:coreProperties>
</file>